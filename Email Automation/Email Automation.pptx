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147469540" r:id="rId2"/>
    <p:sldId id="2147469548" r:id="rId3"/>
    <p:sldId id="2147469541" r:id="rId4"/>
    <p:sldId id="2147469549" r:id="rId5"/>
    <p:sldId id="2147469550" r:id="rId6"/>
    <p:sldId id="2147469547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DA6AB"/>
    <a:srgbClr val="00467F"/>
    <a:srgbClr val="0078D2"/>
    <a:srgbClr val="0078D1"/>
    <a:srgbClr val="3A4D66"/>
    <a:srgbClr val="2AC4F4"/>
    <a:srgbClr val="00457F"/>
    <a:srgbClr val="9DA6AA"/>
    <a:srgbClr val="00B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F75D0E5-12DE-498D-BA61-2A4B642463DF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70F629-8380-48E2-ACA8-09A5D2789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9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tif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39F50-A8C2-944D-9A81-86FCB970C729}"/>
              </a:ext>
            </a:extLst>
          </p:cNvPr>
          <p:cNvSpPr/>
          <p:nvPr/>
        </p:nvSpPr>
        <p:spPr>
          <a:xfrm>
            <a:off x="0" y="0"/>
            <a:ext cx="12192000" cy="68664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B3669-F614-1D46-9E95-63569CCB287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4463" y="2104103"/>
            <a:ext cx="9363075" cy="154075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Slide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FD606CB-5980-864E-BC3E-942C4C3D517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14463" y="3644857"/>
            <a:ext cx="9363075" cy="276224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Chapter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6EEB7-F5BE-9142-8E28-A2D9A8C3F2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73273" cy="2267712"/>
          </a:xfrm>
          <a:prstGeom prst="rect">
            <a:avLst/>
          </a:prstGeom>
        </p:spPr>
      </p:pic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3FB74312-32B5-2F4A-BB47-FF03A284B08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99935" y="6281928"/>
            <a:ext cx="3392129" cy="276224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Privileged &amp; Confidential</a:t>
            </a: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B2E3C8A-FEF7-0647-86CB-796410E2E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192024"/>
            <a:ext cx="3191256" cy="484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F7809A-8F10-634D-9558-A10BEB6AC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8987" y="6077140"/>
            <a:ext cx="685800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39FFF6-2234-574E-13E8-E151734DFB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8735" y="192024"/>
            <a:ext cx="2046292" cy="10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3ACD7-27EE-CC48-8599-FA6984312910}"/>
              </a:ext>
            </a:extLst>
          </p:cNvPr>
          <p:cNvSpPr txBox="1">
            <a:spLocks/>
          </p:cNvSpPr>
          <p:nvPr/>
        </p:nvSpPr>
        <p:spPr>
          <a:xfrm rot="5400000">
            <a:off x="-692119" y="1192260"/>
            <a:ext cx="2199190" cy="340648"/>
          </a:xfrm>
          <a:prstGeom prst="rect">
            <a:avLst/>
          </a:prstGeom>
        </p:spPr>
        <p:txBody>
          <a:bodyPr vert="horz" lIns="91440" tIns="45720" rIns="91440" bIns="45720" numCol="1" spcCol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100">
                <a:solidFill>
                  <a:schemeClr val="bg1"/>
                </a:solidFill>
                <a:latin typeface="AmericanSans" panose="02000000000000000000" pitchFamily="2" charset="77"/>
              </a:rPr>
              <a:t>January 1, 2020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BF77620-DD25-904E-A8B8-CF3DB84AD8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7172" y="1282414"/>
            <a:ext cx="6262492" cy="687003"/>
          </a:xfrm>
        </p:spPr>
        <p:txBody>
          <a:bodyPr/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Agenda Header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B84278-9197-2A43-B591-062BB4D79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3441" y="2330970"/>
            <a:ext cx="8955039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Item 1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DD77659D-F558-AC41-9B8E-4FBED8B0C83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9086" y="3306329"/>
            <a:ext cx="8955039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AFA33482-AF8F-C045-81DE-A287F27BA8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52151" y="4265022"/>
            <a:ext cx="8941974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120FCF0-C3D8-EB46-B7D4-1EC38C310F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796" y="5266507"/>
            <a:ext cx="8941974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8EB9E7-2746-BA42-8733-B0F969B59181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6EBE57-D58F-6C43-B73C-E8D8F44A18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3B9DA9-8E76-FE1E-61DB-F6631DF36B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81643C00-349C-9533-BA00-FB0561DD00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2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3ACD7-27EE-CC48-8599-FA6984312910}"/>
              </a:ext>
            </a:extLst>
          </p:cNvPr>
          <p:cNvSpPr txBox="1">
            <a:spLocks/>
          </p:cNvSpPr>
          <p:nvPr/>
        </p:nvSpPr>
        <p:spPr>
          <a:xfrm rot="5400000">
            <a:off x="-692119" y="1192260"/>
            <a:ext cx="2199190" cy="340648"/>
          </a:xfrm>
          <a:prstGeom prst="rect">
            <a:avLst/>
          </a:prstGeom>
        </p:spPr>
        <p:txBody>
          <a:bodyPr vert="horz" lIns="91440" tIns="45720" rIns="91440" bIns="45720" numCol="1" spcCol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100">
                <a:solidFill>
                  <a:schemeClr val="bg1"/>
                </a:solidFill>
                <a:latin typeface="AmericanSans" panose="02000000000000000000" pitchFamily="2" charset="77"/>
              </a:rPr>
              <a:t>January 1, 2020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BF77620-DD25-904E-A8B8-CF3DB84AD8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7172" y="1282414"/>
            <a:ext cx="5805292" cy="687003"/>
          </a:xfrm>
        </p:spPr>
        <p:txBody>
          <a:bodyPr/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Agenda Header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8EB9E7-2746-BA42-8733-B0F969B59181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681516DD-C626-F249-9CC5-E722FA4A3885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 flipH="1">
            <a:off x="1786973" y="2533537"/>
            <a:ext cx="212241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068E13D9-3750-3448-9429-C0C222364975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 flipH="1">
            <a:off x="4201942" y="2533298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B086BE04-9DD8-E541-B9DB-6866097F71BD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 flipH="1">
            <a:off x="6616911" y="2533298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FD3A07B5-3929-E841-A580-4C5440BC2640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 flipH="1">
            <a:off x="9035524" y="2533297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A65C6345-B921-7742-A4E6-F4C2AB64C41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 flipH="1">
            <a:off x="1786973" y="4570435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F72122D9-FAF6-A246-B0F2-AA901583805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 flipH="1">
            <a:off x="4221817" y="4570435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DF681123-F126-204E-91C9-F3BD27546B49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 flipH="1">
            <a:off x="6616911" y="4570435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F6735F22-7C4A-1644-B7AD-5FD402690406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 flipH="1">
            <a:off x="9035524" y="4570435"/>
            <a:ext cx="2121408" cy="1828800"/>
          </a:xfrm>
          <a:solidFill>
            <a:srgbClr val="D0DADF"/>
          </a:solidFill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Item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537354-16F5-3248-AE41-F4AC25CD97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B93117-F0BC-52A9-7413-2D76D2BBF0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B5691995-2729-31F9-6195-4A88C8B4EC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5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7113ECF-D558-6343-9EA9-D26C0BEB87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6047793-0769-0F4F-8A1A-EA53AA366F38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B6606B5-AB41-244D-A481-083D61F996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7172" y="1282414"/>
            <a:ext cx="6341740" cy="687003"/>
          </a:xfrm>
        </p:spPr>
        <p:txBody>
          <a:bodyPr/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Agenda Header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F49F257-122B-1342-A5C8-E06994015C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3441" y="2330970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EEB0733-7C4D-AB47-8943-1E66EE3BC7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1042" y="2307806"/>
            <a:ext cx="2471570" cy="68700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982B6BA-A4F8-604E-8083-EC3893065A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88367" y="3266323"/>
            <a:ext cx="2471569" cy="687001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C7FB3EE-55C2-EC45-8B5A-C3E221991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88370" y="4251824"/>
            <a:ext cx="2471566" cy="6870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1A11A3A2-F7FC-024D-B08B-85CD527C34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5695" y="5210341"/>
            <a:ext cx="2471565" cy="6869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A2D3FFA5-6100-284A-B619-D879ABF148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30431" y="32609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E653DCB8-B576-C34D-97FF-79FA7442C8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0433" y="4246477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F64038-D074-5446-BD2B-052288BA39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7759" y="5204995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DA1D93C2-309B-624E-9360-9140E8D358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27758" y="2307806"/>
            <a:ext cx="2468880" cy="68580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Place details regarding the agenda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C57D0B18-26B7-2048-8153-4931BC262F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9087" y="3306329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FFD5E081-880A-584A-871C-1B7B0EB105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52150" y="4265022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808C7EEA-0A75-084B-9D51-BF243C7B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796" y="5266507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8A7FCF-BB31-0D48-B92E-1C311125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4654" y="2339679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F7B5DEFB-876C-3B4E-BCC9-3ADBF8069A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3315038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10CEB7B-B0A0-E242-B2B0-5EA105AEFB9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3363" y="4273731"/>
            <a:ext cx="1352455" cy="47754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93B58029-A3D2-924F-982D-DB20AC7F6A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9009" y="5275216"/>
            <a:ext cx="1356810" cy="49496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Item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21119-E031-4B73-A769-64568B81A6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E4491CF2-212E-3C2D-1E74-F74A2A024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19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3360">
          <p15:clr>
            <a:srgbClr val="FBAE40"/>
          </p15:clr>
        </p15:guide>
        <p15:guide id="4" pos="3912">
          <p15:clr>
            <a:srgbClr val="FBAE40"/>
          </p15:clr>
        </p15:guide>
        <p15:guide id="5" pos="11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3ACD7-27EE-CC48-8599-FA6984312910}"/>
              </a:ext>
            </a:extLst>
          </p:cNvPr>
          <p:cNvSpPr txBox="1">
            <a:spLocks/>
          </p:cNvSpPr>
          <p:nvPr/>
        </p:nvSpPr>
        <p:spPr>
          <a:xfrm rot="5400000">
            <a:off x="-692119" y="1192260"/>
            <a:ext cx="2199190" cy="340648"/>
          </a:xfrm>
          <a:prstGeom prst="rect">
            <a:avLst/>
          </a:prstGeom>
        </p:spPr>
        <p:txBody>
          <a:bodyPr vert="horz" lIns="91440" tIns="45720" rIns="91440" bIns="45720" numCol="1" spcCol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100">
                <a:solidFill>
                  <a:schemeClr val="bg1"/>
                </a:solidFill>
                <a:latin typeface="AmericanSans" panose="02000000000000000000" pitchFamily="2" charset="77"/>
              </a:rPr>
              <a:t>January 1, 2020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BF10-D40B-2B45-A3F4-D01D83F878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7587" y="3109596"/>
            <a:ext cx="8621259" cy="96678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Place your 1 line headline here.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56B65-B902-E14E-AC89-586208119A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3DFBD69-A58D-1969-C84D-6C8BED04AF8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692119" y="1192260"/>
            <a:ext cx="2199190" cy="340648"/>
          </a:xfrm>
          <a:prstGeom prst="rect">
            <a:avLst/>
          </a:prstGeom>
        </p:spPr>
        <p:txBody>
          <a:bodyPr vert="horz" lIns="91440" tIns="45720" rIns="91440" bIns="45720" numCol="1" spcCol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100">
                <a:solidFill>
                  <a:schemeClr val="bg1"/>
                </a:solidFill>
                <a:latin typeface="AmericanSans" panose="02000000000000000000" pitchFamily="2" charset="77"/>
              </a:rPr>
              <a:t>January 1,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1195E-DCFF-8820-F520-4480173DE197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FBBA2-A48A-974A-CAC9-66FFBCCF2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44C3AA-6148-D5DF-8C32-2BF90D938B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10" name="Picture 9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0D46BD6C-B001-198B-26A3-A5FB0EE48E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3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AFD0269-1BB4-1744-AFCC-976472E0AB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7587" y="3109596"/>
            <a:ext cx="7863613" cy="966788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 dirty="0"/>
              <a:t>Place your 2 line headline in this text box.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CCDCA-86A5-DC49-8A51-A03C539F5B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45B414-9F4B-093F-2666-E9231E262F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4219DB14-DA08-B344-8C27-95C98B43D7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5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50CE35-6C61-B64F-85CB-F718F83FD368}"/>
              </a:ext>
            </a:extLst>
          </p:cNvPr>
          <p:cNvSpPr/>
          <p:nvPr/>
        </p:nvSpPr>
        <p:spPr>
          <a:xfrm>
            <a:off x="5467135" y="3868177"/>
            <a:ext cx="845066" cy="135483"/>
          </a:xfrm>
          <a:prstGeom prst="rect">
            <a:avLst/>
          </a:prstGeom>
          <a:solidFill>
            <a:srgbClr val="CC2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9B19634-BA82-FD4A-A72D-3C999A778B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7587" y="2948232"/>
            <a:ext cx="8500107" cy="966788"/>
          </a:xfrm>
        </p:spPr>
        <p:txBody>
          <a:bodyPr>
            <a:normAutofit/>
          </a:bodyPr>
          <a:lstStyle>
            <a:lvl1pPr marL="0" indent="0" algn="ctr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Place your 1 line headline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F7EAD-95E3-DD4E-8712-16ADC37E47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52259" y="4318906"/>
            <a:ext cx="3852863" cy="62865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your subtitle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FC095-B473-4B43-A248-C5B95CC14E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92754E-9D59-7019-B522-A8822EBCEE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4A7234DC-94AC-077D-A4DD-D60A404A5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8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3ACD7-27EE-CC48-8599-FA6984312910}"/>
              </a:ext>
            </a:extLst>
          </p:cNvPr>
          <p:cNvSpPr txBox="1">
            <a:spLocks/>
          </p:cNvSpPr>
          <p:nvPr/>
        </p:nvSpPr>
        <p:spPr>
          <a:xfrm rot="5400000">
            <a:off x="-692119" y="1192260"/>
            <a:ext cx="2199190" cy="340648"/>
          </a:xfrm>
          <a:prstGeom prst="rect">
            <a:avLst/>
          </a:prstGeom>
        </p:spPr>
        <p:txBody>
          <a:bodyPr vert="horz" lIns="91440" tIns="45720" rIns="91440" bIns="45720" numCol="1" spcCol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100">
                <a:solidFill>
                  <a:schemeClr val="bg1"/>
                </a:solidFill>
                <a:latin typeface="AmericanSans" panose="02000000000000000000" pitchFamily="2" charset="77"/>
              </a:rPr>
              <a:t>January 1, 2020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BF77620-DD25-904E-A8B8-CF3DB84AD8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7800" y="267209"/>
            <a:ext cx="9541578" cy="687003"/>
          </a:xfrm>
        </p:spPr>
        <p:txBody>
          <a:bodyPr/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8EB9E7-2746-BA42-8733-B0F969B59181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537354-16F5-3248-AE41-F4AC25CD97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0ED3CC-6C65-DD4C-961E-07451F8A3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8260" y="1027832"/>
            <a:ext cx="11092630" cy="5215652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>
              <a:buNone/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2C5395-58C8-B13C-5A17-C8CCC2F3A4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0AB4A415-52D6-44AD-C5E6-A4B50C8F8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85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492F5-E776-EF48-8AE7-7A489C3E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A7BD07-FE97-3547-B6B1-C88A10DAA7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501" y="1622323"/>
            <a:ext cx="11302538" cy="4333158"/>
          </a:xfrm>
        </p:spPr>
        <p:txBody>
          <a:bodyPr>
            <a:noAutofit/>
          </a:bodyPr>
          <a:lstStyle>
            <a:lvl1pPr>
              <a:defRPr sz="1800" b="0" i="0">
                <a:solidFill>
                  <a:schemeClr val="tx2"/>
                </a:solidFill>
                <a:latin typeface="AmericanSans" panose="02000000000000000000" pitchFamily="2" charset="77"/>
              </a:defRPr>
            </a:lvl1pPr>
            <a:lvl2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2pPr>
            <a:lvl3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3pPr>
            <a:lvl4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4pPr>
            <a:lvl5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03B4C7-4CA0-6F41-8108-5C3DAE181E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501" y="355766"/>
            <a:ext cx="9571337" cy="68854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6917BC56-828C-75D8-92F6-19BA7E1334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75659BE-A3CB-7A4A-4C35-971A274A87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501" y="1062601"/>
            <a:ext cx="11302538" cy="33774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FC257-FF7D-DCD9-9244-29F3D31681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2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F9F7A6-7AA4-5A41-B7B7-BFC8BEA57D63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DED7CE-B331-EE4A-A43D-EA9B18B450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501" y="383168"/>
            <a:ext cx="9571337" cy="1069047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List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0C73654-0070-4E4C-87EF-F5D515FE3D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501" y="1532153"/>
            <a:ext cx="5547499" cy="3793694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>
              <a:buNone/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B29E677-4029-4646-9D22-5BDE01105D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373" y="1535873"/>
            <a:ext cx="5681666" cy="3793694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D61CB1-E8EE-D34B-B824-1A9FC94EAA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8F3595-44BE-F1D8-7874-7513353294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5D9CC878-0428-F98E-CBBE-8DC3EB90B4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3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177B9-7F74-AE42-96B5-BE7F7EB331B7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latin typeface="AmericanSans" panose="02000000000000000000" pitchFamily="2" charset="77"/>
              </a:rPr>
              <a:t>‹#›</a:t>
            </a:fld>
            <a:endParaRPr lang="en-US" sz="900" b="0" i="1">
              <a:latin typeface="AmericanSans" panose="02000000000000000000" pitchFamily="2" charset="77"/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7DAC6FE-5804-7D49-BC1D-386FF610C4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592" y="1537798"/>
            <a:ext cx="5550408" cy="379476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Place a small paragraph or bulleted list here</a:t>
            </a:r>
          </a:p>
          <a:p>
            <a:pPr lvl="1"/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lvl="0"/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4B8872A-CDBE-1345-8678-CB5FFF3F99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00631" y="1531620"/>
            <a:ext cx="5550408" cy="3794760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Place a small paragraph or bulleted list here</a:t>
            </a:r>
          </a:p>
          <a:p>
            <a:pPr lvl="1"/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small paragraph or bulleted list 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Place a sub bullet here</a:t>
            </a:r>
          </a:p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EF6444-6593-D849-9CC6-0F467DA64F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5050340-2CE7-A542-B014-72A1DAF251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501" y="383168"/>
            <a:ext cx="9571337" cy="1069047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List w/ Sub Bullet 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AC84CE-BA78-93B7-9C6F-80266A3F79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74662CCE-BDBD-1FE6-6E2A-4DB41D4DE1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64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66A63-AF82-A54D-AD59-287EBF19D5C5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E2350-675A-2347-BA3D-85B9C17902B0}"/>
              </a:ext>
            </a:extLst>
          </p:cNvPr>
          <p:cNvSpPr/>
          <p:nvPr/>
        </p:nvSpPr>
        <p:spPr>
          <a:xfrm>
            <a:off x="5673467" y="4385486"/>
            <a:ext cx="845066" cy="135483"/>
          </a:xfrm>
          <a:prstGeom prst="rect">
            <a:avLst/>
          </a:prstGeom>
          <a:solidFill>
            <a:srgbClr val="CC2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2E483C-6704-BA46-9A94-5D6498858B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6803" y="2594714"/>
            <a:ext cx="9399551" cy="1637045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Add a quote or statement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E856D3-0100-CC40-B89C-001706D32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169" y="4996786"/>
            <a:ext cx="2042116" cy="489615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Person, 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DCFF8-DF09-474E-834E-02246A7537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E38972-CF02-0272-6D62-76EF76A57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E747F2FA-5DC9-61F3-8D2C-43E3522DC1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0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0D2F2-DE3D-0A46-B000-D1529BA884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24C78-0344-4A47-9D46-52F02001F16C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1"/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1"/>
              </a:solidFill>
              <a:latin typeface="AmericanSans" panose="02000000000000000000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36764-0534-2A47-82F4-4BDF7F536F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44733"/>
            <a:ext cx="1717172" cy="151326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F2229-3BB3-5B40-B594-7333C1D60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0800" y="2530992"/>
            <a:ext cx="10121900" cy="1018318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6A74E-928A-FD4C-AE46-D87AA0838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8571" y="3549310"/>
            <a:ext cx="8172450" cy="636232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AmericanSans" panose="02000000000000000000" pitchFamily="2" charset="77"/>
              </a:rPr>
              <a:t> Subtitle of Chapter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93FA8C5-039A-7644-9B2E-705948643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52059"/>
            <a:ext cx="2523744" cy="3835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65E3C3-D16A-8F8C-92B6-224648B9C6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5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0D2F2-DE3D-0A46-B000-D1529BA884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36764-0534-2A47-82F4-4BDF7F536F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44733"/>
            <a:ext cx="1717172" cy="151326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0BE2F8C-B1A3-CF4E-9066-C53543290F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0800" y="2530992"/>
            <a:ext cx="10121900" cy="1018318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Chapter Title Slide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F9DE030-94BF-D441-8721-FE7CE58D8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8571" y="3549310"/>
            <a:ext cx="8172450" cy="636232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AmericanSans" panose="02000000000000000000" pitchFamily="2" charset="77"/>
              </a:rPr>
              <a:t> Subtitle of Chapter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24C78-0344-4A47-9D46-52F02001F16C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1"/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1"/>
              </a:solidFill>
              <a:latin typeface="AmericanSans" panose="02000000000000000000" pitchFamily="2" charset="77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21E97B5-842C-734F-8924-EFC42A141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52059"/>
            <a:ext cx="2523744" cy="3835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1F4E68-57AB-2333-5535-84B3630D50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10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0D2F2-DE3D-0A46-B000-D1529BA884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36764-0534-2A47-82F4-4BDF7F536F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44733"/>
            <a:ext cx="1717172" cy="151326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A56D760-6A6D-2D4A-B736-180C25F107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0800" y="2530992"/>
            <a:ext cx="10121900" cy="1018318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Chapter Title Slide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9FB0631-5DFF-C64B-B50F-F194E6DCAB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8571" y="3549310"/>
            <a:ext cx="8172450" cy="636232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AmericanSans" panose="02000000000000000000" pitchFamily="2" charset="77"/>
              </a:rPr>
              <a:t> Subtitle of Chapter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24C78-0344-4A47-9D46-52F02001F16C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1"/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1"/>
              </a:solidFill>
              <a:latin typeface="AmericanSans" panose="02000000000000000000" pitchFamily="2" charset="77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6F32039-DE43-FF41-AE69-E1C6C4F9A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52059"/>
            <a:ext cx="2523744" cy="3835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48350D-67E9-6BD3-2CBA-A4754C4440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5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0D2F2-DE3D-0A46-B000-D1529BA884B9}"/>
              </a:ext>
            </a:extLst>
          </p:cNvPr>
          <p:cNvSpPr/>
          <p:nvPr/>
        </p:nvSpPr>
        <p:spPr>
          <a:xfrm>
            <a:off x="0" y="0"/>
            <a:ext cx="12206288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36764-0534-2A47-82F4-4BDF7F536F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44732"/>
            <a:ext cx="1717172" cy="151326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7197A2B-82EF-D446-97EB-31E7ABDCF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0800" y="2530992"/>
            <a:ext cx="10121900" cy="1018318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0">
                <a:solidFill>
                  <a:schemeClr val="tx2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Chapter Title Slide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6D60169-88F9-5F41-9277-6A1728CE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8571" y="3549310"/>
            <a:ext cx="8172450" cy="636232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AmericanSans" panose="02000000000000000000" pitchFamily="2" charset="77"/>
              </a:rPr>
              <a:t>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Subtitle of Chapter </a:t>
            </a:r>
            <a:endParaRPr lang="en-US" sz="1600" dirty="0">
              <a:solidFill>
                <a:schemeClr val="bg1"/>
              </a:solidFill>
              <a:latin typeface="AmericanSans" panose="02000000000000000000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24C78-0344-4A47-9D46-52F02001F16C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CBA55-F9F7-644E-989E-DD72C4C4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52060"/>
            <a:ext cx="2523744" cy="3835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A573C2-EF94-F011-86CB-186ED6FACC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25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WWF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1CD04-857D-E34C-A6E8-89D6034152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089900" cy="68580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6A1E2-D1D7-0E41-A56B-C644581637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5524" y="3054413"/>
            <a:ext cx="3251009" cy="749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BD216-B2DB-EB49-8605-77A3F9427248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45E434-6BDA-F24A-9FEE-F8BEFBF11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259330-2F7A-C0FC-F827-14FABFCBC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24F671A9-7ED8-7F1B-E826-A1E1DCE162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70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osaic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630837D-51E8-D941-9B28-2A1B419AF4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0125" y="828675"/>
            <a:ext cx="5351463" cy="288925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2B38A5-E887-014F-B3C4-52A019C55F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86525" y="817563"/>
            <a:ext cx="4730750" cy="51689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C2D697F-C740-9144-BDED-A90B9E559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7425" y="3829050"/>
            <a:ext cx="5353050" cy="2170113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8462B-C61B-934B-97FD-DCB9E336B0BA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3BF87C-E082-0745-9FF4-7565CE6D13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7391C9-F76A-003F-A830-7301C5983B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3190C315-3BF1-BB8E-74AE-888C7190E1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64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AD354-806A-4544-A952-1DADB10B67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4950" y="0"/>
            <a:ext cx="4097338" cy="68580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0A681-27D7-A546-9928-07C6AE026D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3096133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83A44-0D84-1E4A-BCA7-FC3D0FD098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901439"/>
            <a:ext cx="4144962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5AF709E-BCA9-C940-A539-5F888E70F8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07137" y="3460073"/>
            <a:ext cx="2298824" cy="296447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FD2699-2BAC-7A4A-A614-51B4A1CB1B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06943-6E8C-0E83-8704-169309265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FD861575-D929-6B02-DA8E-9DEE760839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27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4734A-C7F8-5544-B6AA-25FAEA370B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07363" cy="68580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3A8D03-2BAC-5541-A923-E6E9EB430B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4654" y="4047681"/>
            <a:ext cx="3522663" cy="15843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299A7-F266-464C-A9C2-A273D5581D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67CB33-37CE-31E9-E223-A4A60F17B3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7253C41F-DA5A-57D2-2E66-FBD5E95D0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5F9BD8F-868A-4F26-8A51-5D854C9E9A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34654" y="2851753"/>
            <a:ext cx="3522663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</p:spTree>
    <p:extLst>
      <p:ext uri="{BB962C8B-B14F-4D97-AF65-F5344CB8AC3E}">
        <p14:creationId xmlns:p14="http://schemas.microsoft.com/office/powerpoint/2010/main" val="1325349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w/ Body Copy Left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25A0539-B78E-C749-B676-89656F4125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49694" y="4011105"/>
            <a:ext cx="3522663" cy="15843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9CDA2-8874-6C4E-B312-259561EC792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8700" cy="68580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5BBC8-8583-C04F-A4FF-8C06AE9D08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F076D4-E496-21FB-B9D8-6E0426175B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734989D5-D8F7-BEBB-44C7-E5EF50DFA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E299C-6B67-26BB-82D4-3D50E28751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9694" y="2839530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</p:spTree>
    <p:extLst>
      <p:ext uri="{BB962C8B-B14F-4D97-AF65-F5344CB8AC3E}">
        <p14:creationId xmlns:p14="http://schemas.microsoft.com/office/powerpoint/2010/main" val="1418815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Top w/ Body Copy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3D5CAC0-334C-2F4E-80F2-C55ACF1953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60830" y="5327841"/>
            <a:ext cx="4697466" cy="9779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3DEF3A-B4D0-5D40-9695-87FF02B91FE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412115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ADA9B79-2FA6-A34D-9045-78490B77C47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2108" y="4660842"/>
            <a:ext cx="4960702" cy="158557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4A7B3A-46D3-7B4B-8549-EB4B66F15C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11E7AB-BCAA-0175-D17A-55DE05FCE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A0D05988-49BA-7A01-5A8D-C97D574321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54E529F-D527-08C7-FBA5-5DECCE3747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0830" y="4660842"/>
            <a:ext cx="4402138" cy="649441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</p:spTree>
    <p:extLst>
      <p:ext uri="{BB962C8B-B14F-4D97-AF65-F5344CB8AC3E}">
        <p14:creationId xmlns:p14="http://schemas.microsoft.com/office/powerpoint/2010/main" val="3995553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 i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3DEF3A-B4D0-5D40-9695-87FF02B91FE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1158117"/>
            <a:ext cx="12192000" cy="412115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28475-5325-2D4F-A674-B8D2E74665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2AE73B-2941-2F28-A04D-8963838A38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F946AB34-CF5F-1564-791B-DE04311B7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55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059155-DD42-154D-B9E7-E8925485768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06904" y="963460"/>
            <a:ext cx="3110427" cy="5100456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713CE83-68EB-DF40-AD31-DE2243FB932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08879" y="963460"/>
            <a:ext cx="3108960" cy="51023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33AB530D-1229-A34B-838F-AD318CFC30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09387" y="965071"/>
            <a:ext cx="3108960" cy="51023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D9C99-8EB7-DD40-9022-221B1B7DEE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ED8F44-55A3-0FD8-478D-322B374EEF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D4F7243E-462B-C7D6-79E9-AD7974F77A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00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EFFF4E8-B865-3644-88C4-013CEA6CDF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950107" y="1789910"/>
            <a:ext cx="2584175" cy="34159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86C5F1D-6DA2-9541-8AFD-BB4A68C9BF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5389" y="1789910"/>
            <a:ext cx="2584175" cy="34159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37466E48-6004-664E-8E7D-665770A7502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0672" y="1789910"/>
            <a:ext cx="2584175" cy="34159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3E1DE458-C898-2E47-8F35-C043D669551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5954" y="1789910"/>
            <a:ext cx="2584175" cy="3415952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219FCE-EC1E-E049-8D82-ED2A384107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C33269-91CD-81B2-5BFA-67A687428E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47695445-8697-C53E-AD02-24F3F5131A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79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 Screen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7F630-17F4-6543-8ECD-44C4D95378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3944" y="1022732"/>
            <a:ext cx="7638056" cy="5147109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F6F9702-5923-BD4E-8DDB-45964A07B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A21152A-0C25-3643-B766-DB829FB5C7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C2D6A-EB6A-934D-8849-AC5310D8552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081713" y="1722438"/>
            <a:ext cx="4603750" cy="26162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4FFE22-9EE2-5346-93B0-DFF64541A7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2B28-4868-D510-06F9-36120347E2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2AAC6B33-983E-B16C-4495-7C628A220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1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ne Screen Image w/ Body Copy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113D3-5477-9949-AB38-24561C627D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549" y="1006090"/>
            <a:ext cx="2675164" cy="4845819"/>
          </a:xfrm>
          <a:prstGeom prst="rect">
            <a:avLst/>
          </a:prstGeom>
          <a:effectLst>
            <a:reflection stA="23000" endPos="10000" dir="5400000" sy="-100000" algn="bl" rotWithShape="0"/>
          </a:effec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360DB4-B710-F840-97BD-56F986CD02D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21563" y="1616074"/>
            <a:ext cx="2041525" cy="3636409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BAADBE-A9DA-DC40-9187-0EE293BB79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9EF593-16C8-7C1D-BD3D-224E7ECA12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5" name="Picture 4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57361795-310D-5D50-238D-ED2A260455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591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t Screen Image w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BAADBE-A9DA-DC40-9187-0EE293BB79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4BB097-01F7-9848-A2FD-D747F9E72D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227" y="263258"/>
            <a:ext cx="4261373" cy="6285740"/>
          </a:xfrm>
          <a:prstGeom prst="rect">
            <a:avLst/>
          </a:prstGeom>
          <a:effectLst>
            <a:reflection blurRad="6350" stA="23000" endPos="10000" dir="5400000" sy="-100000" algn="bl" rotWithShape="0"/>
          </a:effectLst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EB935E5-A45B-9047-BABB-260069AB3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2060" y="935026"/>
            <a:ext cx="3705240" cy="4912415"/>
          </a:xfrm>
          <a:custGeom>
            <a:avLst/>
            <a:gdLst>
              <a:gd name="connsiteX0" fmla="*/ 0 w 2820838"/>
              <a:gd name="connsiteY0" fmla="*/ 0 h 3735238"/>
              <a:gd name="connsiteX1" fmla="*/ 2820838 w 2820838"/>
              <a:gd name="connsiteY1" fmla="*/ 0 h 3735238"/>
              <a:gd name="connsiteX2" fmla="*/ 2820838 w 2820838"/>
              <a:gd name="connsiteY2" fmla="*/ 3735238 h 3735238"/>
              <a:gd name="connsiteX3" fmla="*/ 0 w 2820838"/>
              <a:gd name="connsiteY3" fmla="*/ 3735238 h 373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0838" h="3735238">
                <a:moveTo>
                  <a:pt x="0" y="0"/>
                </a:moveTo>
                <a:lnTo>
                  <a:pt x="2820838" y="0"/>
                </a:lnTo>
                <a:lnTo>
                  <a:pt x="2820838" y="3735238"/>
                </a:lnTo>
                <a:lnTo>
                  <a:pt x="0" y="3735238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>
                <a:alpha val="81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2C244-51A1-F34C-AF2E-A93CF49305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CF6D3460-1FF7-ACCB-C342-366D00F227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711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ne and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AD816-52FA-444F-ACC3-C06C773E8E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1D9757-D430-324B-B9A3-CB630C2884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535" y="-743619"/>
            <a:ext cx="8345237" cy="8345237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87076-ED09-C74F-B234-90F536C1B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026" y="762584"/>
            <a:ext cx="7509753" cy="4226492"/>
          </a:xfrm>
          <a:custGeom>
            <a:avLst/>
            <a:gdLst>
              <a:gd name="connsiteX0" fmla="*/ 0 w 4839419"/>
              <a:gd name="connsiteY0" fmla="*/ 0 h 2777706"/>
              <a:gd name="connsiteX1" fmla="*/ 4839419 w 4839419"/>
              <a:gd name="connsiteY1" fmla="*/ 0 h 2777706"/>
              <a:gd name="connsiteX2" fmla="*/ 4839419 w 4839419"/>
              <a:gd name="connsiteY2" fmla="*/ 2777706 h 2777706"/>
              <a:gd name="connsiteX3" fmla="*/ 0 w 4839419"/>
              <a:gd name="connsiteY3" fmla="*/ 2777706 h 277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9419" h="2777706">
                <a:moveTo>
                  <a:pt x="0" y="0"/>
                </a:moveTo>
                <a:lnTo>
                  <a:pt x="4839419" y="0"/>
                </a:lnTo>
                <a:lnTo>
                  <a:pt x="4839419" y="2777706"/>
                </a:lnTo>
                <a:lnTo>
                  <a:pt x="0" y="2777706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25400">
              <a:prstClr val="black">
                <a:alpha val="58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1D199-27D1-ED41-B44B-16823471D60C}"/>
              </a:ext>
            </a:extLst>
          </p:cNvPr>
          <p:cNvGrpSpPr/>
          <p:nvPr/>
        </p:nvGrpSpPr>
        <p:grpSpPr>
          <a:xfrm>
            <a:off x="205701" y="436764"/>
            <a:ext cx="3343315" cy="6026498"/>
            <a:chOff x="7871044" y="199745"/>
            <a:chExt cx="3670329" cy="66159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16A417-8E35-674B-9522-03F52D426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DF42CE-8610-2C40-835F-C026A6482132}"/>
                </a:ext>
              </a:extLst>
            </p:cNvPr>
            <p:cNvPicPr>
              <a:picLocks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</p:spPr>
        </p:pic>
      </p:grp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FB06323-1077-1343-8951-4F9C8E6FF64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39205" y="575627"/>
            <a:ext cx="2755874" cy="5390145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9E306-B358-3938-4FDC-E85D8AB412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114E7266-6108-3497-6472-8A14EB2780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0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ple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AD816-52FA-444F-ACC3-C06C773E8E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95BBD-FB6C-FC49-8CB2-9C2E2057777B}"/>
              </a:ext>
            </a:extLst>
          </p:cNvPr>
          <p:cNvGrpSpPr/>
          <p:nvPr/>
        </p:nvGrpSpPr>
        <p:grpSpPr>
          <a:xfrm>
            <a:off x="0" y="663625"/>
            <a:ext cx="3180877" cy="5733695"/>
            <a:chOff x="7871044" y="199745"/>
            <a:chExt cx="3670329" cy="661595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E22972-1B56-1F43-8707-BB055B85F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70B68D-C821-4941-95B9-7ED1D3555D4D}"/>
                </a:ext>
              </a:extLst>
            </p:cNvPr>
            <p:cNvPicPr>
              <a:picLocks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</p:spPr>
        </p:pic>
      </p:grp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9F519B3-C9BD-6C4E-B9A4-BD54F4B4F59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74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10E530-B44C-3E41-928F-DF042440DEF7}"/>
              </a:ext>
            </a:extLst>
          </p:cNvPr>
          <p:cNvGrpSpPr/>
          <p:nvPr/>
        </p:nvGrpSpPr>
        <p:grpSpPr>
          <a:xfrm>
            <a:off x="2976880" y="663625"/>
            <a:ext cx="3180877" cy="5733695"/>
            <a:chOff x="7871044" y="199745"/>
            <a:chExt cx="3670329" cy="66159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8B8BF5-E214-9E4A-BA73-00B522619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89A5EFE-5F6C-884E-9B32-661E054CBE17}"/>
                </a:ext>
              </a:extLst>
            </p:cNvPr>
            <p:cNvPicPr>
              <a:picLocks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</p:spPr>
        </p:pic>
      </p:grp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7214D4E-0F1A-624A-A09C-211D22FB810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4096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08C2D-AE97-A94C-A8CD-7DE61A848106}"/>
              </a:ext>
            </a:extLst>
          </p:cNvPr>
          <p:cNvGrpSpPr/>
          <p:nvPr/>
        </p:nvGrpSpPr>
        <p:grpSpPr>
          <a:xfrm>
            <a:off x="5974080" y="663625"/>
            <a:ext cx="3180877" cy="5733695"/>
            <a:chOff x="7871044" y="199745"/>
            <a:chExt cx="3670329" cy="661595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0BAAD-BF7C-4345-A3B8-5D49B3F58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63B2E2-79F5-6C44-B7E1-B442C2A3E9B2}"/>
                </a:ext>
              </a:extLst>
            </p:cNvPr>
            <p:cNvPicPr>
              <a:picLocks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</p:spPr>
        </p:pic>
      </p:grp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DEF7FB6-832E-5343-A125-9E08021A711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068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F472-D6B5-5A4D-A7F5-8B22745006A6}"/>
              </a:ext>
            </a:extLst>
          </p:cNvPr>
          <p:cNvGrpSpPr/>
          <p:nvPr/>
        </p:nvGrpSpPr>
        <p:grpSpPr>
          <a:xfrm>
            <a:off x="8950960" y="663625"/>
            <a:ext cx="3180877" cy="5733695"/>
            <a:chOff x="7871044" y="199745"/>
            <a:chExt cx="3670329" cy="66159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BED865-23BD-1443-AC36-5FC2B9065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B7B73D-89AE-A14A-B3EC-231DFDA1DC4D}"/>
                </a:ext>
              </a:extLst>
            </p:cNvPr>
            <p:cNvPicPr>
              <a:picLocks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</p:spPr>
        </p:pic>
      </p:grp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0E299BD-ED3C-4043-8755-E6135E725CB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8370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23B7BB-C8CD-FD2D-1AFB-CA17563A53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1687FF6A-8EAC-ABCA-E226-12359CB258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 animBg="1"/>
      <p:bldP spid="31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e/Grap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D337B06-23DB-184A-A321-4AB2B99FB1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31653" y="2620645"/>
            <a:ext cx="3554839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45F63A0-E3DF-344B-9955-922C141F50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3146" y="4047275"/>
            <a:ext cx="3541623" cy="117157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chart here.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FB88286-CE9A-1A48-8D87-5B193BD14EF5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772990" y="480036"/>
            <a:ext cx="6870700" cy="5745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chart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94283-B4C9-A947-AB73-CC28F1CAF4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739095-F8B6-FD76-F2E9-C6E3D3C429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E9731AE4-B5AB-C01B-A765-2CA610A571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59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lationship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D337B06-23DB-184A-A321-4AB2B99FB1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85505" y="2620645"/>
            <a:ext cx="3600987" cy="1171575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Relationship Chart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45F63A0-E3DF-344B-9955-922C141F50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3146" y="4047275"/>
            <a:ext cx="3541623" cy="117157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Place a small paragraph regarding the chart here.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90C349-4936-854C-8D33-4042AA00B5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15" name="Chart Placeholder 2">
            <a:extLst>
              <a:ext uri="{FF2B5EF4-FFF2-40B4-BE49-F238E27FC236}">
                <a16:creationId xmlns:a16="http://schemas.microsoft.com/office/drawing/2014/main" id="{0D3A9251-8DDE-5645-A5E6-05252027CB67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772990" y="480036"/>
            <a:ext cx="6473384" cy="5842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chart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1CAF80-8EC9-3BB6-3BD3-BFAF4157C1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534DB754-2587-10B2-0E60-91F3B96A4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9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lationship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17" name="Chart Placeholder 2">
            <a:extLst>
              <a:ext uri="{FF2B5EF4-FFF2-40B4-BE49-F238E27FC236}">
                <a16:creationId xmlns:a16="http://schemas.microsoft.com/office/drawing/2014/main" id="{EE9D8C2D-6009-E241-927E-DCA448CE1551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772990" y="480036"/>
            <a:ext cx="10614480" cy="294896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chart here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BF8A4BB-0757-614E-976B-F8370CA8D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7172" y="4450192"/>
            <a:ext cx="7369678" cy="72694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Relationship Chart Title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E3D7CF9-B30F-F746-9371-4D19F57D37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17172" y="5377099"/>
            <a:ext cx="4378828" cy="116292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tx2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Place a small paragraph regarding the chart here. This text box can also be deleted. Place a small paragraph regarding the chart here.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8D86B0-B7DA-FB4B-800C-8AF0E1E9EE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8815F1-58F2-3F2A-1113-B9D667A52D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69EEFD45-9D9D-6F7E-A9AA-1D2BAB4283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478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F0D2A-0B3F-6946-8EF7-37C389D006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3660" y="1277327"/>
            <a:ext cx="8405078" cy="1219200"/>
          </a:xfrm>
        </p:spPr>
        <p:txBody>
          <a:bodyPr>
            <a:normAutofit/>
          </a:bodyPr>
          <a:lstStyle>
            <a:lvl1pPr marL="0" indent="0"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492F5-E776-EF48-8AE7-7A489C3E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18CAF6-CF1F-4F48-A6F6-9A91F7BCAD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23660" y="2794000"/>
            <a:ext cx="9211040" cy="3161480"/>
          </a:xfrm>
        </p:spPr>
        <p:txBody>
          <a:bodyPr>
            <a:normAutofit/>
          </a:bodyPr>
          <a:lstStyle>
            <a:lvl1pPr>
              <a:defRPr sz="1800" b="0" i="0">
                <a:solidFill>
                  <a:schemeClr val="tx2"/>
                </a:solidFill>
                <a:latin typeface="AmericanSans" panose="02000000000000000000" pitchFamily="2" charset="77"/>
              </a:defRPr>
            </a:lvl1pPr>
            <a:lvl2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2pPr>
            <a:lvl3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3pPr>
            <a:lvl4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4pPr>
            <a:lvl5pPr>
              <a:defRPr sz="1600" b="0" i="0">
                <a:solidFill>
                  <a:schemeClr val="tx2"/>
                </a:solidFill>
                <a:latin typeface="AmericanSans" panose="02000000000000000000" pitchFamily="2" charset="77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242349-FEC2-B250-C5CD-52DB5E0E03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674F9C30-A623-B79F-CA6D-6DAE06065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69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Ma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EDFB4D-447D-D243-980F-88E1ABB0D997}"/>
              </a:ext>
            </a:extLst>
          </p:cNvPr>
          <p:cNvSpPr/>
          <p:nvPr/>
        </p:nvSpPr>
        <p:spPr>
          <a:xfrm>
            <a:off x="1461818" y="2357465"/>
            <a:ext cx="2584174" cy="2385984"/>
          </a:xfrm>
          <a:prstGeom prst="rect">
            <a:avLst/>
          </a:prstGeom>
          <a:solidFill>
            <a:srgbClr val="0078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A0E2A6-9986-F74E-927D-BC7EDBC6F913}"/>
              </a:ext>
            </a:extLst>
          </p:cNvPr>
          <p:cNvSpPr/>
          <p:nvPr/>
        </p:nvSpPr>
        <p:spPr>
          <a:xfrm>
            <a:off x="4185092" y="2357465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9CD2A4-9EA7-0A47-A18B-0C7FF8E60F1C}"/>
              </a:ext>
            </a:extLst>
          </p:cNvPr>
          <p:cNvSpPr/>
          <p:nvPr/>
        </p:nvSpPr>
        <p:spPr>
          <a:xfrm>
            <a:off x="6908366" y="2357465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CDA239-D55D-CE49-A4A2-CB54F4683896}"/>
              </a:ext>
            </a:extLst>
          </p:cNvPr>
          <p:cNvSpPr/>
          <p:nvPr/>
        </p:nvSpPr>
        <p:spPr>
          <a:xfrm>
            <a:off x="9631639" y="2357465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486D25C-B396-E948-9E8A-C105ADA4A7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flipH="1">
            <a:off x="1624162" y="2594344"/>
            <a:ext cx="1520456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14C43F0-B08A-8644-BEEE-9B80A5B79B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6582" y="2594345"/>
            <a:ext cx="1680424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3455E-5F14-A24A-A459-95F81F6EF2C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24162" y="3593282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4C365794-0B51-AC44-BF7A-29191E334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46577" y="2608522"/>
            <a:ext cx="1538657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A8E5F349-7158-3D47-93B2-79611570B1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52357" y="2601433"/>
            <a:ext cx="1758396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04B95D5-7FC0-D647-B638-168A7ED2A1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A19D7C2-626A-3E46-81CA-3E18C22753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501" y="383168"/>
            <a:ext cx="9571337" cy="1069047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9838A5E-9E86-5848-8CE5-F0758E827E8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96582" y="3593282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E2A27B9-0BA0-554C-840B-C59FF54387E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46577" y="3593282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A1FDCF7-A79E-2346-B06B-FCD23CFE44A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47169" y="3593282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534583-BA2F-1532-F849-E10F646589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3" name="Picture 2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77D6FDDF-379E-7979-0841-E51BACC5A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37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roject Ma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EDFB4D-447D-D243-980F-88E1ABB0D997}"/>
              </a:ext>
            </a:extLst>
          </p:cNvPr>
          <p:cNvSpPr/>
          <p:nvPr/>
        </p:nvSpPr>
        <p:spPr>
          <a:xfrm>
            <a:off x="85061" y="2368097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A0E2A6-9986-F74E-927D-BC7EDBC6F913}"/>
              </a:ext>
            </a:extLst>
          </p:cNvPr>
          <p:cNvSpPr/>
          <p:nvPr/>
        </p:nvSpPr>
        <p:spPr>
          <a:xfrm>
            <a:off x="2827452" y="2368097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9CD2A4-9EA7-0A47-A18B-0C7FF8E60F1C}"/>
              </a:ext>
            </a:extLst>
          </p:cNvPr>
          <p:cNvSpPr/>
          <p:nvPr/>
        </p:nvSpPr>
        <p:spPr>
          <a:xfrm>
            <a:off x="5572392" y="2357465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CDA239-D55D-CE49-A4A2-CB54F4683896}"/>
              </a:ext>
            </a:extLst>
          </p:cNvPr>
          <p:cNvSpPr/>
          <p:nvPr/>
        </p:nvSpPr>
        <p:spPr>
          <a:xfrm>
            <a:off x="8314783" y="2357465"/>
            <a:ext cx="2584174" cy="2385984"/>
          </a:xfrm>
          <a:prstGeom prst="rect">
            <a:avLst/>
          </a:prstGeom>
          <a:solidFill>
            <a:srgbClr val="D0D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E0F6D-137D-AA42-8FC8-4FF55A5E7A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437" y="2604977"/>
            <a:ext cx="1276386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F390A3B2-9555-2740-912D-52ED0EBE08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053334" y="2608520"/>
            <a:ext cx="1379169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637A4BEB-6926-EF4A-86DE-4D1BD7E24FD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01352" y="2590800"/>
            <a:ext cx="1428787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911AE25-5205-9B48-AFEB-4DD39838F7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46821" y="2594345"/>
            <a:ext cx="1478407" cy="627321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658060-DE13-CD43-82B9-C621D3339B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1A96D0D-6A10-BA4F-88B3-A1373782EF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501" y="383168"/>
            <a:ext cx="9571337" cy="1069047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F88D97E-EBD8-3B40-94E1-5BA05EDE09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9436" y="3625703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2441CF0-7376-3240-9ABF-85CFBEBDD3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3334" y="3625702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59B43D2-E9C2-E34E-8970-B478A051D7D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99598" y="3625701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8581C4E8-FCDC-F049-BE88-3FC03B28DD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43263" y="3625700"/>
            <a:ext cx="2127213" cy="659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  <a:p>
            <a:pPr lvl="0"/>
            <a:r>
              <a:rPr lang="en-US"/>
              <a:t>Details for step one.</a:t>
            </a:r>
          </a:p>
          <a:p>
            <a:pPr lvl="0"/>
            <a:r>
              <a:rPr lang="en-US"/>
              <a:t>Enter more details here.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99E498-E225-60B5-A39D-073A67965B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9838" y="194762"/>
            <a:ext cx="1719072" cy="914400"/>
          </a:xfrm>
          <a:prstGeom prst="rect">
            <a:avLst/>
          </a:prstGeom>
        </p:spPr>
      </p:pic>
      <p:pic>
        <p:nvPicPr>
          <p:cNvPr id="4" name="Picture 3" descr="A blue text with a person holding a pin&#10;&#10;Description automatically generated">
            <a:extLst>
              <a:ext uri="{FF2B5EF4-FFF2-40B4-BE49-F238E27FC236}">
                <a16:creationId xmlns:a16="http://schemas.microsoft.com/office/drawing/2014/main" id="{B82543AC-F90E-EE0D-E701-0633DE47FE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44" b="21334"/>
          <a:stretch/>
        </p:blipFill>
        <p:spPr>
          <a:xfrm>
            <a:off x="10779833" y="6431280"/>
            <a:ext cx="102870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4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6A887-2C5E-C54F-8512-1286030C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F3C6-D6D4-0345-82CE-6DCD0251F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80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80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82" r:id="rId17"/>
    <p:sldLayoutId id="2147483683" r:id="rId18"/>
    <p:sldLayoutId id="2147483684" r:id="rId19"/>
    <p:sldLayoutId id="2147483685" r:id="rId20"/>
    <p:sldLayoutId id="2147483687" r:id="rId21"/>
    <p:sldLayoutId id="2147483688" r:id="rId22"/>
    <p:sldLayoutId id="2147483689" r:id="rId23"/>
    <p:sldLayoutId id="2147483691" r:id="rId24"/>
    <p:sldLayoutId id="2147483692" r:id="rId25"/>
    <p:sldLayoutId id="2147483693" r:id="rId26"/>
    <p:sldLayoutId id="2147483694" r:id="rId27"/>
    <p:sldLayoutId id="2147483695" r:id="rId28"/>
    <p:sldLayoutId id="2147483696" r:id="rId29"/>
    <p:sldLayoutId id="2147483697" r:id="rId30"/>
    <p:sldLayoutId id="2147483698" r:id="rId31"/>
    <p:sldLayoutId id="2147483699" r:id="rId32"/>
    <p:sldLayoutId id="2147483700" r:id="rId33"/>
    <p:sldLayoutId id="2147483704" r:id="rId34"/>
    <p:sldLayoutId id="2147483705" r:id="rId35"/>
    <p:sldLayoutId id="2147483706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AmericanSans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mericanSans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mericanSans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mericanSans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mericanSans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mericanSans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SendEmail.xlsm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46000D-29A8-3F4F-92F8-24E5F495BE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Email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92FE4-0AAE-59D3-BB3D-CE9D57EB51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Raphael Chin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D788B-56FA-4D9E-4CC5-B2EA2D57C1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99936" y="6281928"/>
            <a:ext cx="3392129" cy="276224"/>
          </a:xfrm>
        </p:spPr>
        <p:txBody>
          <a:bodyPr/>
          <a:lstStyle/>
          <a:p>
            <a:r>
              <a:rPr lang="en-US" dirty="0"/>
              <a:t>Privileged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6361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900E7B-5B3C-29B3-3677-7AB955A09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8D2"/>
                </a:solidFill>
              </a:rPr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FFC55-C450-04D9-E8B4-98D0D3F6B902}"/>
              </a:ext>
            </a:extLst>
          </p:cNvPr>
          <p:cNvSpPr txBox="1"/>
          <p:nvPr/>
        </p:nvSpPr>
        <p:spPr>
          <a:xfrm>
            <a:off x="901430" y="6581001"/>
            <a:ext cx="4805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mericanSans" panose="02000000000000000000" pitchFamily="2" charset="77"/>
              </a:rPr>
              <a:t>Footnotes should be aligned to bottom of the screen, with 12pt font</a:t>
            </a:r>
          </a:p>
        </p:txBody>
      </p:sp>
      <p:pic>
        <p:nvPicPr>
          <p:cNvPr id="9" name="Picture 8">
            <a:hlinkClick r:id="rId2" action="ppaction://hlinkfile"/>
            <a:extLst>
              <a:ext uri="{FF2B5EF4-FFF2-40B4-BE49-F238E27FC236}">
                <a16:creationId xmlns:a16="http://schemas.microsoft.com/office/drawing/2014/main" id="{406EC07A-E5FD-2FC3-AE41-01EF70469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4" y="2829263"/>
            <a:ext cx="11907912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1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900E7B-5B3C-29B3-3677-7AB955A09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8D2"/>
                </a:solidFill>
              </a:rPr>
              <a:t>Logic -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578A8-2322-E82A-5D1F-DB57C02240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8260" y="1320797"/>
            <a:ext cx="5245491" cy="440787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Ensures that all the libraries required to run the code is present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0E8F7-0627-8961-C1FA-EA9FE1E6D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218" y="718213"/>
            <a:ext cx="4615353" cy="6072833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BB34B9BF-D67A-97D9-6C0E-D58A91448FE6}"/>
              </a:ext>
            </a:extLst>
          </p:cNvPr>
          <p:cNvSpPr/>
          <p:nvPr/>
        </p:nvSpPr>
        <p:spPr>
          <a:xfrm>
            <a:off x="5681709" y="1027832"/>
            <a:ext cx="329509" cy="9607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CE81194-91E7-8D25-73EF-E5EA16835835}"/>
              </a:ext>
            </a:extLst>
          </p:cNvPr>
          <p:cNvSpPr txBox="1">
            <a:spLocks/>
          </p:cNvSpPr>
          <p:nvPr/>
        </p:nvSpPr>
        <p:spPr>
          <a:xfrm>
            <a:off x="577800" y="2696515"/>
            <a:ext cx="5103909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Ensures only PDF, PowerPoint, and Excel files are chosen from the folder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B884764-CF56-6AD4-3C5C-23A0497A72BC}"/>
              </a:ext>
            </a:extLst>
          </p:cNvPr>
          <p:cNvSpPr/>
          <p:nvPr/>
        </p:nvSpPr>
        <p:spPr>
          <a:xfrm>
            <a:off x="5681709" y="2719334"/>
            <a:ext cx="329509" cy="3967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060518B-1B00-35F6-9315-486E41178A97}"/>
              </a:ext>
            </a:extLst>
          </p:cNvPr>
          <p:cNvSpPr txBox="1">
            <a:spLocks/>
          </p:cNvSpPr>
          <p:nvPr/>
        </p:nvSpPr>
        <p:spPr>
          <a:xfrm>
            <a:off x="577800" y="3725805"/>
            <a:ext cx="5245491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section fills up the email and attach the files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B3D9994-4301-F313-735C-4C5EA265208F}"/>
              </a:ext>
            </a:extLst>
          </p:cNvPr>
          <p:cNvSpPr/>
          <p:nvPr/>
        </p:nvSpPr>
        <p:spPr>
          <a:xfrm>
            <a:off x="5681709" y="3138881"/>
            <a:ext cx="329509" cy="14153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4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900E7B-5B3C-29B3-3677-7AB955A09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8D2"/>
                </a:solidFill>
              </a:rPr>
              <a:t>Logic - VBA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CE81194-91E7-8D25-73EF-E5EA16835835}"/>
              </a:ext>
            </a:extLst>
          </p:cNvPr>
          <p:cNvSpPr txBox="1">
            <a:spLocks/>
          </p:cNvSpPr>
          <p:nvPr/>
        </p:nvSpPr>
        <p:spPr>
          <a:xfrm>
            <a:off x="577800" y="2602116"/>
            <a:ext cx="5103909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Creates csv file with the email address of the receivers 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B884764-CF56-6AD4-3C5C-23A0497A72BC}"/>
              </a:ext>
            </a:extLst>
          </p:cNvPr>
          <p:cNvSpPr/>
          <p:nvPr/>
        </p:nvSpPr>
        <p:spPr>
          <a:xfrm>
            <a:off x="5681709" y="2336549"/>
            <a:ext cx="329509" cy="802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060518B-1B00-35F6-9315-486E41178A97}"/>
              </a:ext>
            </a:extLst>
          </p:cNvPr>
          <p:cNvSpPr txBox="1">
            <a:spLocks/>
          </p:cNvSpPr>
          <p:nvPr/>
        </p:nvSpPr>
        <p:spPr>
          <a:xfrm>
            <a:off x="578260" y="5337841"/>
            <a:ext cx="5245491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Calls Command Prompt to run Python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B3D9994-4301-F313-735C-4C5EA265208F}"/>
              </a:ext>
            </a:extLst>
          </p:cNvPr>
          <p:cNvSpPr/>
          <p:nvPr/>
        </p:nvSpPr>
        <p:spPr>
          <a:xfrm>
            <a:off x="5681709" y="4881183"/>
            <a:ext cx="329509" cy="11744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C6468-7CD6-DFAB-C9B8-F21C934E4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218" y="954212"/>
            <a:ext cx="5011508" cy="50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2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900E7B-5B3C-29B3-3677-7AB955A09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8D2"/>
                </a:solidFill>
              </a:rPr>
              <a:t>Logic - VBA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CE81194-91E7-8D25-73EF-E5EA16835835}"/>
              </a:ext>
            </a:extLst>
          </p:cNvPr>
          <p:cNvSpPr txBox="1">
            <a:spLocks/>
          </p:cNvSpPr>
          <p:nvPr/>
        </p:nvSpPr>
        <p:spPr>
          <a:xfrm>
            <a:off x="577800" y="3230766"/>
            <a:ext cx="5103909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Allows user to pick folder using folder picker dialog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B884764-CF56-6AD4-3C5C-23A0497A72BC}"/>
              </a:ext>
            </a:extLst>
          </p:cNvPr>
          <p:cNvSpPr/>
          <p:nvPr/>
        </p:nvSpPr>
        <p:spPr>
          <a:xfrm>
            <a:off x="5681709" y="2984781"/>
            <a:ext cx="329509" cy="802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060518B-1B00-35F6-9315-486E41178A97}"/>
              </a:ext>
            </a:extLst>
          </p:cNvPr>
          <p:cNvSpPr txBox="1">
            <a:spLocks/>
          </p:cNvSpPr>
          <p:nvPr/>
        </p:nvSpPr>
        <p:spPr>
          <a:xfrm>
            <a:off x="577800" y="4584735"/>
            <a:ext cx="5245491" cy="5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AmericanSans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Fills up the last active cell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B3D9994-4301-F313-735C-4C5EA265208F}"/>
              </a:ext>
            </a:extLst>
          </p:cNvPr>
          <p:cNvSpPr/>
          <p:nvPr/>
        </p:nvSpPr>
        <p:spPr>
          <a:xfrm>
            <a:off x="5695210" y="4176332"/>
            <a:ext cx="329508" cy="10055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FA271-A85A-C0F5-F868-70FF76C8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784" y="1676155"/>
            <a:ext cx="5325218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A74B0-4021-9392-B098-C0880AAEBD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1E134-38E2-02A9-95F4-8EE492E7BE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501" y="1532153"/>
            <a:ext cx="11247908" cy="4623550"/>
          </a:xfrm>
        </p:spPr>
        <p:txBody>
          <a:bodyPr numCol="2">
            <a:noAutofit/>
          </a:bodyPr>
          <a:lstStyle/>
          <a:p>
            <a:r>
              <a:rPr lang="en-US" dirty="0"/>
              <a:t>Migration to VBA, so that people without Python can run this.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8510"/>
      </p:ext>
    </p:extLst>
  </p:cSld>
  <p:clrMapOvr>
    <a:masterClrMapping/>
  </p:clrMapOvr>
</p:sld>
</file>

<file path=ppt/theme/theme1.xml><?xml version="1.0" encoding="utf-8"?>
<a:theme xmlns:a="http://schemas.openxmlformats.org/drawingml/2006/main" name="AATheme1">
  <a:themeElements>
    <a:clrScheme name="AA Brand">
      <a:dk1>
        <a:srgbClr val="36495A"/>
      </a:dk1>
      <a:lt1>
        <a:sysClr val="window" lastClr="FFFFFF"/>
      </a:lt1>
      <a:dk2>
        <a:srgbClr val="36495A"/>
      </a:dk2>
      <a:lt2>
        <a:srgbClr val="D0DAE0"/>
      </a:lt2>
      <a:accent1>
        <a:srgbClr val="0078D2"/>
      </a:accent1>
      <a:accent2>
        <a:srgbClr val="C30019"/>
      </a:accent2>
      <a:accent3>
        <a:srgbClr val="9DA6AB"/>
      </a:accent3>
      <a:accent4>
        <a:srgbClr val="36495A"/>
      </a:accent4>
      <a:accent5>
        <a:srgbClr val="00467F"/>
      </a:accent5>
      <a:accent6>
        <a:srgbClr val="D0DAE0"/>
      </a:accent6>
      <a:hlink>
        <a:srgbClr val="0563C1"/>
      </a:hlink>
      <a:folHlink>
        <a:srgbClr val="954F72"/>
      </a:folHlink>
    </a:clrScheme>
    <a:fontScheme name="AA">
      <a:majorFont>
        <a:latin typeface="AmericanSans"/>
        <a:ea typeface=""/>
        <a:cs typeface=""/>
      </a:majorFont>
      <a:minorFont>
        <a:latin typeface="American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AmericanSans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Theme1" id="{85ECC006-039B-4DAC-B272-0AC91D29FAF1}" vid="{61B49D7F-7F07-44D7-94D3-CF27E4EE5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AATheme1</Template>
  <TotalTime>3511</TotalTime>
  <Words>112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AmericanSans</vt:lpstr>
      <vt:lpstr>Arial</vt:lpstr>
      <vt:lpstr>Calibri</vt:lpstr>
      <vt:lpstr>AATheme1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Calhoun, Natalie;Bain, Kelyn</dc:creator>
  <cp:lastModifiedBy>Chin, Raphael</cp:lastModifiedBy>
  <cp:revision>32</cp:revision>
  <cp:lastPrinted>2024-03-06T17:29:20Z</cp:lastPrinted>
  <dcterms:created xsi:type="dcterms:W3CDTF">2024-02-21T22:41:11Z</dcterms:created>
  <dcterms:modified xsi:type="dcterms:W3CDTF">2025-06-24T16:55:41Z</dcterms:modified>
</cp:coreProperties>
</file>